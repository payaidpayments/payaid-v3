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8ECF61-B65D-4577-99FD-488FC78FDAE2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3289"/>
    <a:srgbClr val="F4C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DDBC-E39F-EAE5-51E2-888F7CD5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641CF-E12A-11FE-4390-7772F8D78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CCBE0-F25F-ECDA-BE8E-655DFF2B4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F2F73-A1B0-1464-DF7B-7D6567F3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7A7EB-3639-20A1-FE49-93736CAB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87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8923E-232A-084D-CD01-F4B4F4CAD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8F4D-1134-FA7D-6060-3AB30C684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8FB9C-ABFC-EF31-6D34-043ABE32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316D3-48BF-96ED-D44C-B4CC0B7C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0AFCD-53F6-9AD3-CB51-7661AFCC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32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37A6-F62A-105B-DA68-48015843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1485C-19B6-7AA6-567C-FD1A5C148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17D84-ABCF-1C18-18EA-31295F18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33778-3A53-F8BB-A7CA-B987E1B5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521F7-19EE-B2E6-2CDA-2C808628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65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DCBA-76E3-7379-29F9-97642D797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2ACBA-9EA3-0117-9498-EEEA70021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F3863-989F-C96F-FBB0-6145FF3A3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73FC1-B838-C9CF-FE54-32CCAE14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DD21B-1564-8520-BFE4-500AC1672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760BC-7FF5-2BB5-819A-341829CD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090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53B9-D2B2-3374-838A-44C348928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61FB1-F2DF-64CC-5CDB-9C3A981C9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E2217-B5B3-92B4-0C88-075B07B61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A6FC1-96F3-546D-AF5D-20EFB62D7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F78B4-3296-A90E-A286-F067CD3D2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CDD3D-2601-587A-F73A-A3F14C7C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9B772E-A100-BC46-27D6-678A3E9C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0D4C2-1385-828B-4468-A7DBA2EC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006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56C3-2AD2-872D-B56E-672944FCB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6DBB9-5B98-AE74-8D47-756BA2AF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99E1D-86D1-443F-0AFE-09F5A098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255EA-3167-B5A4-35EF-A7031A75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7EE0A6-631D-D1BE-AE9C-CB558DD28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1796DA-D7EF-52AF-993E-CDA8CFEF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27421-6DF4-131B-AD25-9A9AA1A3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5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523D-4344-3E10-9330-8108B8EA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76197-3FE4-0716-87D1-649A70B7A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A919A-24F5-3D81-FB42-CB3266466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7E882-1C68-2523-CCA9-03FC94D3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C9632-59E0-F568-5F22-77CB9641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D2397-8AAE-9E7A-49E3-C9D9BFE7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19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6363-D91E-94F7-E3E6-3045D0D0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5C54F-4F99-0D97-0530-AE58D0C9D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215A5-E3E0-48F3-78B0-009686727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D8836-6271-F742-E655-4ED268540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8409D-ECDE-D422-C67D-DCA4041CF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B72F1-9B87-D685-FA6C-F950D56A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29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357B-5E51-712B-DD3D-24BA11C4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2B41B-F7B8-2384-F412-1BF538338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3D3C7-9E61-2C3A-DA1F-F82098F0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A7588-45DA-26B9-9193-C03FBD4E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70274-C7AE-6977-800A-0689DC850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73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F3360-7433-2ACC-1913-EAD54A2EC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10A3C-4244-E0D2-7478-DEBA740A2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1D761-9E59-4293-E0BF-2203442EB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70973-26D2-B966-FAE8-E27707F7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319DE-CF8F-555B-A89C-7B9CF061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3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E7FF6B-BE69-736C-BA64-B413AF84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43B46-8A2E-30D9-2BF3-A5AFF984A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ACED6-4C80-42E3-19AB-077CF6CA9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4D72B-46BB-4485-A896-C362DDC1A00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7A8D4-5BBE-BF31-D594-66AC696C8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9827A-85B2-751C-A209-DE187ADBB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9B591-34F3-495C-9704-FD316BC01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471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B284F4D-C193-8CBB-012C-BF6CAD3E47A5}"/>
              </a:ext>
            </a:extLst>
          </p:cNvPr>
          <p:cNvGrpSpPr/>
          <p:nvPr/>
        </p:nvGrpSpPr>
        <p:grpSpPr>
          <a:xfrm>
            <a:off x="867265" y="1466951"/>
            <a:ext cx="12424526" cy="3924097"/>
            <a:chOff x="0" y="279798"/>
            <a:chExt cx="12424526" cy="39240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4D15BA-6CF9-0F8E-5CA5-0FB783797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79798"/>
              <a:ext cx="7104187" cy="367003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21CF15-A92C-1738-33C3-C2886746D90D}"/>
                </a:ext>
              </a:extLst>
            </p:cNvPr>
            <p:cNvSpPr txBox="1"/>
            <p:nvPr/>
          </p:nvSpPr>
          <p:spPr>
            <a:xfrm>
              <a:off x="6966406" y="1302954"/>
              <a:ext cx="2356735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600" dirty="0">
                  <a:solidFill>
                    <a:srgbClr val="533289"/>
                  </a:solidFill>
                  <a:latin typeface="Bahnschrift" panose="020B0502040204020203" pitchFamily="34" charset="0"/>
                </a:rPr>
                <a:t> 	V</a:t>
              </a:r>
              <a:endParaRPr lang="en-IN" sz="41300" dirty="0">
                <a:solidFill>
                  <a:srgbClr val="53328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59D7C9-8D6D-A19D-58AF-080EAD70EBB3}"/>
                </a:ext>
              </a:extLst>
            </p:cNvPr>
            <p:cNvSpPr txBox="1"/>
            <p:nvPr/>
          </p:nvSpPr>
          <p:spPr>
            <a:xfrm>
              <a:off x="8701879" y="433632"/>
              <a:ext cx="3722647" cy="37702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3900" dirty="0">
                  <a:solidFill>
                    <a:srgbClr val="F4C600"/>
                  </a:solidFill>
                  <a:latin typeface="Bahnschrift" panose="020B0502040204020203" pitchFamily="34" charset="0"/>
                </a:rPr>
                <a:t>3</a:t>
              </a:r>
              <a:endParaRPr lang="en-IN" sz="9600" dirty="0">
                <a:solidFill>
                  <a:srgbClr val="F4C600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F33D39-479E-76C1-0545-BA45FAD52008}"/>
                </a:ext>
              </a:extLst>
            </p:cNvPr>
            <p:cNvSpPr txBox="1"/>
            <p:nvPr/>
          </p:nvSpPr>
          <p:spPr>
            <a:xfrm>
              <a:off x="6972209" y="1859340"/>
              <a:ext cx="1015738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9600" dirty="0">
                  <a:solidFill>
                    <a:srgbClr val="533289"/>
                  </a:solidFill>
                  <a:latin typeface="Bahnschrift" panose="020B0502040204020203" pitchFamily="34" charset="0"/>
                </a:rPr>
                <a:t>-</a:t>
              </a:r>
              <a:endParaRPr lang="en-IN" dirty="0">
                <a:solidFill>
                  <a:srgbClr val="533289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79A8E4B-193D-FAC5-B07F-F0898D94865B}"/>
                </a:ext>
              </a:extLst>
            </p:cNvPr>
            <p:cNvSpPr txBox="1"/>
            <p:nvPr/>
          </p:nvSpPr>
          <p:spPr>
            <a:xfrm>
              <a:off x="7313166" y="1859340"/>
              <a:ext cx="1015738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9600" dirty="0">
                  <a:solidFill>
                    <a:srgbClr val="F4C600"/>
                  </a:solidFill>
                  <a:latin typeface="Bahnschrift" panose="020B0502040204020203" pitchFamily="34" charset="0"/>
                </a:rPr>
                <a:t>-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607149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DC5463-5EE5-BE2A-91F5-E69C5C284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798"/>
            <a:ext cx="7104187" cy="3670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C985A2-00C1-7C36-B768-F7086B4767F2}"/>
              </a:ext>
            </a:extLst>
          </p:cNvPr>
          <p:cNvSpPr txBox="1"/>
          <p:nvPr/>
        </p:nvSpPr>
        <p:spPr>
          <a:xfrm>
            <a:off x="6702455" y="1302954"/>
            <a:ext cx="235673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600" dirty="0">
                <a:solidFill>
                  <a:srgbClr val="533289"/>
                </a:solidFill>
                <a:latin typeface="Bahnschrift" panose="020B0502040204020203" pitchFamily="34" charset="0"/>
              </a:rPr>
              <a:t> 	V</a:t>
            </a:r>
            <a:endParaRPr lang="en-IN" sz="41300" dirty="0">
              <a:solidFill>
                <a:srgbClr val="533289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27518-57A7-EEFC-DA62-D26B0C679F66}"/>
              </a:ext>
            </a:extLst>
          </p:cNvPr>
          <p:cNvSpPr txBox="1"/>
          <p:nvPr/>
        </p:nvSpPr>
        <p:spPr>
          <a:xfrm>
            <a:off x="8437928" y="433632"/>
            <a:ext cx="3722647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3900" dirty="0">
                <a:solidFill>
                  <a:srgbClr val="F4C600"/>
                </a:solidFill>
                <a:latin typeface="Bahnschrift" panose="020B0502040204020203" pitchFamily="34" charset="0"/>
              </a:rPr>
              <a:t>3</a:t>
            </a:r>
            <a:endParaRPr lang="en-IN" sz="9600" dirty="0">
              <a:solidFill>
                <a:srgbClr val="F4C60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05A4C-FD91-8784-8581-852CA7102714}"/>
              </a:ext>
            </a:extLst>
          </p:cNvPr>
          <p:cNvSpPr txBox="1"/>
          <p:nvPr/>
        </p:nvSpPr>
        <p:spPr>
          <a:xfrm>
            <a:off x="6972209" y="1859340"/>
            <a:ext cx="1015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solidFill>
                  <a:srgbClr val="533289"/>
                </a:solidFill>
                <a:latin typeface="Bahnschrift" panose="020B0502040204020203" pitchFamily="34" charset="0"/>
              </a:rPr>
              <a:t>-</a:t>
            </a:r>
            <a:endParaRPr lang="en-IN" dirty="0">
              <a:solidFill>
                <a:srgbClr val="53328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1ACC53-6327-7DD4-693B-07F06478606D}"/>
              </a:ext>
            </a:extLst>
          </p:cNvPr>
          <p:cNvSpPr txBox="1"/>
          <p:nvPr/>
        </p:nvSpPr>
        <p:spPr>
          <a:xfrm>
            <a:off x="6973802" y="1859340"/>
            <a:ext cx="1015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solidFill>
                  <a:srgbClr val="F4C600"/>
                </a:solidFill>
                <a:latin typeface="Bahnschrift" panose="020B0502040204020203" pitchFamily="34" charset="0"/>
              </a:rPr>
              <a:t>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10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976C54-75E1-3CE5-BC82-7BE512FF4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798"/>
            <a:ext cx="7104187" cy="3670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D904A4-01FC-FB71-F44D-0DFC604F0EEC}"/>
              </a:ext>
            </a:extLst>
          </p:cNvPr>
          <p:cNvSpPr txBox="1"/>
          <p:nvPr/>
        </p:nvSpPr>
        <p:spPr>
          <a:xfrm>
            <a:off x="6693026" y="1302954"/>
            <a:ext cx="235673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600" dirty="0">
                <a:solidFill>
                  <a:srgbClr val="533289"/>
                </a:solidFill>
                <a:latin typeface="Bahnschrift" panose="020B0502040204020203" pitchFamily="34" charset="0"/>
              </a:rPr>
              <a:t> 	V</a:t>
            </a:r>
            <a:endParaRPr lang="en-IN" sz="41300" dirty="0">
              <a:solidFill>
                <a:srgbClr val="533289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03FB9-7D4E-B2FE-7585-FCE9417F5777}"/>
              </a:ext>
            </a:extLst>
          </p:cNvPr>
          <p:cNvSpPr txBox="1"/>
          <p:nvPr/>
        </p:nvSpPr>
        <p:spPr>
          <a:xfrm>
            <a:off x="8428499" y="433632"/>
            <a:ext cx="3722647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3900" dirty="0">
                <a:solidFill>
                  <a:srgbClr val="F4C600"/>
                </a:solidFill>
                <a:latin typeface="Bahnschrift" panose="020B0502040204020203" pitchFamily="34" charset="0"/>
              </a:rPr>
              <a:t>3</a:t>
            </a:r>
            <a:endParaRPr lang="en-IN" sz="9600" dirty="0">
              <a:solidFill>
                <a:srgbClr val="F4C60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0256E-1CEF-50F7-0403-3154388A92B5}"/>
              </a:ext>
            </a:extLst>
          </p:cNvPr>
          <p:cNvSpPr txBox="1"/>
          <p:nvPr/>
        </p:nvSpPr>
        <p:spPr>
          <a:xfrm>
            <a:off x="6972209" y="1859340"/>
            <a:ext cx="1015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solidFill>
                  <a:srgbClr val="533289"/>
                </a:solidFill>
                <a:latin typeface="Bahnschrift" panose="020B0502040204020203" pitchFamily="34" charset="0"/>
              </a:rPr>
              <a:t>-</a:t>
            </a:r>
            <a:endParaRPr lang="en-IN" dirty="0">
              <a:solidFill>
                <a:srgbClr val="53328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FF7CE-B492-6C23-38D5-78592E111389}"/>
              </a:ext>
            </a:extLst>
          </p:cNvPr>
          <p:cNvSpPr txBox="1"/>
          <p:nvPr/>
        </p:nvSpPr>
        <p:spPr>
          <a:xfrm>
            <a:off x="7058642" y="1859340"/>
            <a:ext cx="1015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solidFill>
                  <a:srgbClr val="F4C600"/>
                </a:solidFill>
                <a:latin typeface="Bahnschrift" panose="020B0502040204020203" pitchFamily="34" charset="0"/>
              </a:rPr>
              <a:t>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4867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2902BE-A2C4-05E2-7094-9B74D633C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798"/>
            <a:ext cx="7104187" cy="3670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37FD2F-DCC5-9AC1-4228-B7578E4341BD}"/>
              </a:ext>
            </a:extLst>
          </p:cNvPr>
          <p:cNvSpPr txBox="1"/>
          <p:nvPr/>
        </p:nvSpPr>
        <p:spPr>
          <a:xfrm>
            <a:off x="6627041" y="1302954"/>
            <a:ext cx="235673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600" dirty="0">
                <a:solidFill>
                  <a:srgbClr val="533289"/>
                </a:solidFill>
                <a:latin typeface="Bahnschrift" panose="020B0502040204020203" pitchFamily="34" charset="0"/>
              </a:rPr>
              <a:t> 	V</a:t>
            </a:r>
            <a:endParaRPr lang="en-IN" sz="41300" dirty="0">
              <a:solidFill>
                <a:srgbClr val="533289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13BC2-C0E0-0D31-0D1C-761FF19360AA}"/>
              </a:ext>
            </a:extLst>
          </p:cNvPr>
          <p:cNvSpPr txBox="1"/>
          <p:nvPr/>
        </p:nvSpPr>
        <p:spPr>
          <a:xfrm>
            <a:off x="8362514" y="433632"/>
            <a:ext cx="3722647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3900" dirty="0">
                <a:solidFill>
                  <a:srgbClr val="F4C600"/>
                </a:solidFill>
                <a:latin typeface="Bahnschrift" panose="020B0502040204020203" pitchFamily="34" charset="0"/>
              </a:rPr>
              <a:t>3</a:t>
            </a:r>
            <a:endParaRPr lang="en-IN" sz="9600" dirty="0">
              <a:solidFill>
                <a:srgbClr val="F4C60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F1005-DC00-6683-F423-0D059AE4A9A8}"/>
              </a:ext>
            </a:extLst>
          </p:cNvPr>
          <p:cNvSpPr txBox="1"/>
          <p:nvPr/>
        </p:nvSpPr>
        <p:spPr>
          <a:xfrm>
            <a:off x="6972209" y="1859340"/>
            <a:ext cx="1015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solidFill>
                  <a:srgbClr val="533289"/>
                </a:solidFill>
                <a:latin typeface="Bahnschrift" panose="020B0502040204020203" pitchFamily="34" charset="0"/>
              </a:rPr>
              <a:t>-</a:t>
            </a:r>
            <a:endParaRPr lang="en-IN" dirty="0">
              <a:solidFill>
                <a:srgbClr val="5332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04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1AFD80-7672-68D2-4640-CFE135821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6" y="1801989"/>
            <a:ext cx="8397968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85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Bahnschrift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Phani Teja</dc:creator>
  <cp:lastModifiedBy>Phani Teja</cp:lastModifiedBy>
  <cp:revision>2</cp:revision>
  <dcterms:created xsi:type="dcterms:W3CDTF">2026-01-08T17:42:45Z</dcterms:created>
  <dcterms:modified xsi:type="dcterms:W3CDTF">2026-01-08T17:52:52Z</dcterms:modified>
</cp:coreProperties>
</file>